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193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92201"/>
            <a:ext cx="254203" cy="254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93953" y="695858"/>
            <a:ext cx="0" cy="252374"/>
          </a:xfrm>
          <a:prstGeom prst="line">
            <a:avLst/>
          </a:prstGeom>
          <a:noFill/>
          <a:ln w="9525">
            <a:solidFill>
              <a:srgbClr val="7C808B"/>
            </a:solidFill>
            <a:prstDash val="solid"/>
          </a:ln>
        </p:spPr>
      </p:sp>
      <p:pic>
        <p:nvPicPr>
          <p:cNvPr id="4" name="Image 1" descr="assets/m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3" y="692201"/>
            <a:ext cx="241402" cy="2414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356970" y="66659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MARATHON ASSET MANAGEMENT</a:t>
            </a:r>
            <a:endParaRPr lang="en-US" sz="920" dirty="0"/>
          </a:p>
        </p:txBody>
      </p:sp>
      <p:sp>
        <p:nvSpPr>
          <p:cNvPr id="6" name="Text 2"/>
          <p:cNvSpPr txBox="1"/>
          <p:nvPr/>
        </p:nvSpPr>
        <p:spPr>
          <a:xfrm>
            <a:off x="1356970" y="834847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CORNELL CFEM CAPSTONE 2026</a:t>
            </a:r>
            <a:endParaRPr lang="en-US" sz="62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81051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0" b="1" kern="0" spc="100" dirty="0">
                <a:solidFill>
                  <a:srgbClr val="1D243E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DECK TITLE</a:t>
            </a:r>
            <a:endParaRPr lang="en-US" sz="70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054096"/>
            <a:ext cx="10972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9000"/>
              </a:lnSpc>
              <a:buNone/>
            </a:pPr>
            <a:r>
              <a:rPr lang="en-US" sz="3470" b="1" dirty="0">
                <a:solidFill>
                  <a:srgbClr val="4487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SUBTITLE LINE IN ACCENT BLUE</a:t>
            </a:r>
            <a:endParaRPr lang="en-US" sz="3470" dirty="0"/>
          </a:p>
          <a:p>
            <a:pPr marL="0" indent="0">
              <a:lnSpc>
                <a:spcPct val="99000"/>
              </a:lnSpc>
              <a:buNone/>
            </a:pPr>
            <a:r>
              <a:rPr lang="en-US" sz="347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SECONDARY DESCRIPTIVE LINE THAT CAN RUN</a:t>
            </a:r>
            <a:endParaRPr lang="en-US" sz="3470" dirty="0"/>
          </a:p>
          <a:p>
            <a:pPr marL="0" indent="0">
              <a:lnSpc>
                <a:spcPct val="99000"/>
              </a:lnSpc>
              <a:buNone/>
            </a:pPr>
            <a:r>
              <a:rPr lang="en-US" sz="347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ONTO A SECOND LINE</a:t>
            </a:r>
            <a:endParaRPr lang="en-US" sz="347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5486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3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SPONSOR: NAME</a:t>
            </a:r>
            <a:endParaRPr lang="en-US" sz="133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3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ADVISOR: NAME</a:t>
            </a:r>
            <a:endParaRPr lang="en-US" sz="133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3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TEAM: NAME, NAME, NAME, NAME, NAME</a:t>
            </a:r>
            <a:endParaRPr lang="en-US" sz="133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3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DATE: DD MONTH</a:t>
            </a:r>
            <a:endParaRPr lang="en-US" sz="1330" dirty="0"/>
          </a:p>
        </p:txBody>
      </p:sp>
      <p:sp>
        <p:nvSpPr>
          <p:cNvPr id="10" name="Text 6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66" y="433426"/>
            <a:ext cx="254203" cy="254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62618" y="437083"/>
            <a:ext cx="0" cy="252374"/>
          </a:xfrm>
          <a:prstGeom prst="line">
            <a:avLst/>
          </a:prstGeom>
          <a:noFill/>
          <a:ln w="9525">
            <a:solidFill>
              <a:srgbClr val="7C808B"/>
            </a:solidFill>
            <a:prstDash val="solid"/>
          </a:ln>
        </p:spPr>
      </p:sp>
      <p:pic>
        <p:nvPicPr>
          <p:cNvPr id="4" name="Image 1" descr="assets/m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198" y="433426"/>
            <a:ext cx="241402" cy="2414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MARATHON ASSET MANAGEMENT</a:t>
            </a:r>
            <a:endParaRPr lang="en-US" sz="920" dirty="0"/>
          </a:p>
        </p:txBody>
      </p:sp>
      <p:sp>
        <p:nvSpPr>
          <p:cNvPr id="6" name="Text 2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CORNELL CFEM CAPSTONE 2026</a:t>
            </a:r>
            <a:endParaRPr lang="en-US" sz="62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60" dirty="0">
                <a:solidFill>
                  <a:srgbClr val="1D243E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AGENDA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Section One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Sub-topic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Sub-topic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Sub-topic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Section Two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Sub-topic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Sub-topic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Sub-topic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20116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Section Three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Sub-topic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Sub-topic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Sub-topic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Section Four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Section Five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66" y="433426"/>
            <a:ext cx="254203" cy="254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62618" y="437083"/>
            <a:ext cx="0" cy="252374"/>
          </a:xfrm>
          <a:prstGeom prst="line">
            <a:avLst/>
          </a:prstGeom>
          <a:noFill/>
          <a:ln w="9525">
            <a:solidFill>
              <a:srgbClr val="7C808B"/>
            </a:solidFill>
            <a:prstDash val="solid"/>
          </a:ln>
        </p:spPr>
      </p:sp>
      <p:pic>
        <p:nvPicPr>
          <p:cNvPr id="4" name="Image 1" descr="assets/m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198" y="433426"/>
            <a:ext cx="241402" cy="2414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MARATHON ASSET MANAGEMENT</a:t>
            </a:r>
            <a:endParaRPr lang="en-US" sz="920" dirty="0"/>
          </a:p>
        </p:txBody>
      </p:sp>
      <p:sp>
        <p:nvSpPr>
          <p:cNvPr id="6" name="Text 2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CORNELL CFEM CAPSTONE 2026</a:t>
            </a:r>
            <a:endParaRPr lang="en-US" sz="62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kern="0" spc="100" dirty="0">
                <a:solidFill>
                  <a:srgbClr val="1D243E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SECTION NAME</a:t>
            </a:r>
            <a:endParaRPr lang="en-US" sz="70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66" y="433426"/>
            <a:ext cx="254203" cy="254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62618" y="437083"/>
            <a:ext cx="0" cy="252374"/>
          </a:xfrm>
          <a:prstGeom prst="line">
            <a:avLst/>
          </a:prstGeom>
          <a:noFill/>
          <a:ln w="9525">
            <a:solidFill>
              <a:srgbClr val="7C808B"/>
            </a:solidFill>
            <a:prstDash val="solid"/>
          </a:ln>
        </p:spPr>
      </p:sp>
      <p:pic>
        <p:nvPicPr>
          <p:cNvPr id="4" name="Image 1" descr="assets/m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198" y="433426"/>
            <a:ext cx="241402" cy="2414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MARATHON ASSET MANAGEMENT</a:t>
            </a:r>
            <a:endParaRPr lang="en-US" sz="920" dirty="0"/>
          </a:p>
        </p:txBody>
      </p:sp>
      <p:sp>
        <p:nvSpPr>
          <p:cNvPr id="6" name="Text 2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CORNELL CFEM CAPSTONE 2026</a:t>
            </a:r>
            <a:endParaRPr lang="en-US" sz="62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60" dirty="0">
                <a:solidFill>
                  <a:srgbClr val="1D243E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SLIDE TITLE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1463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kern="0" spc="60" dirty="0">
                <a:solidFill>
                  <a:srgbClr val="404451"/>
                </a:solidFill>
                <a:latin typeface="Saira ExtraLight" pitchFamily="34" charset="0"/>
                <a:ea typeface="Saira ExtraLight" pitchFamily="34" charset="-122"/>
                <a:cs typeface="Saira ExtraLight" pitchFamily="34" charset="-120"/>
              </a:rPr>
              <a:t>OPTIONAL SUBTITLE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148840"/>
            <a:ext cx="10789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Section heading in bold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point written at body size — one idea per line.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 supporting point, kept to a single line where possible.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Third supporting point with a little more detail so the wrap behaviour is visible across the full column width.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 section heading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point.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point.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Third section heading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point.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point.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66" y="433426"/>
            <a:ext cx="254203" cy="254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62618" y="437083"/>
            <a:ext cx="0" cy="252374"/>
          </a:xfrm>
          <a:prstGeom prst="line">
            <a:avLst/>
          </a:prstGeom>
          <a:noFill/>
          <a:ln w="9525">
            <a:solidFill>
              <a:srgbClr val="7C808B"/>
            </a:solidFill>
            <a:prstDash val="solid"/>
          </a:ln>
        </p:spPr>
      </p:sp>
      <p:pic>
        <p:nvPicPr>
          <p:cNvPr id="4" name="Image 1" descr="assets/m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198" y="433426"/>
            <a:ext cx="241402" cy="2414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MARATHON ASSET MANAGEMENT</a:t>
            </a:r>
            <a:endParaRPr lang="en-US" sz="920" dirty="0"/>
          </a:p>
        </p:txBody>
      </p:sp>
      <p:sp>
        <p:nvSpPr>
          <p:cNvPr id="6" name="Text 2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CORNELL CFEM CAPSTONE 2026</a:t>
            </a:r>
            <a:endParaRPr lang="en-US" sz="62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60" dirty="0">
                <a:solidFill>
                  <a:srgbClr val="1D243E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TITLE WITH EXHIBIT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85800" y="1874520"/>
            <a:ext cx="57607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34061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1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Insert chart or table ]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55321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Figure 5. 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Caption describing the exhibit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766560" y="18745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 observation stated in one sentence.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 observation, with the key figure carried in bold where it matters.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Third observation covering the comparison against the benchmark.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Closing implication for the reader.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766560" y="5486400"/>
            <a:ext cx="4754880" cy="457200"/>
          </a:xfrm>
          <a:prstGeom prst="rect">
            <a:avLst/>
          </a:prstGeom>
          <a:solidFill>
            <a:srgbClr val="B4D4E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766560" y="5486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 = 00.00%  |  Metric = 00.00%  |  Metric = 0.00%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66" y="433426"/>
            <a:ext cx="254203" cy="254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62618" y="437083"/>
            <a:ext cx="0" cy="252374"/>
          </a:xfrm>
          <a:prstGeom prst="line">
            <a:avLst/>
          </a:prstGeom>
          <a:noFill/>
          <a:ln w="9525">
            <a:solidFill>
              <a:srgbClr val="7C808B"/>
            </a:solidFill>
            <a:prstDash val="solid"/>
          </a:ln>
        </p:spPr>
      </p:sp>
      <p:pic>
        <p:nvPicPr>
          <p:cNvPr id="4" name="Image 1" descr="assets/m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198" y="433426"/>
            <a:ext cx="241402" cy="2414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MARATHON ASSET MANAGEMENT</a:t>
            </a:r>
            <a:endParaRPr lang="en-US" sz="920" dirty="0"/>
          </a:p>
        </p:txBody>
      </p:sp>
      <p:sp>
        <p:nvSpPr>
          <p:cNvPr id="6" name="Text 2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CORNELL CFEM CAPSTONE 2026</a:t>
            </a:r>
            <a:endParaRPr lang="en-US" sz="62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60" dirty="0">
                <a:solidFill>
                  <a:srgbClr val="1D243E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PROCESS FLOW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1767837" y="3154680"/>
            <a:ext cx="8656296" cy="0"/>
          </a:xfrm>
          <a:prstGeom prst="line">
            <a:avLst/>
          </a:prstGeom>
          <a:noFill/>
          <a:ln w="12700">
            <a:solidFill>
              <a:srgbClr val="9AA3AE"/>
            </a:solidFill>
            <a:prstDash val="dash"/>
          </a:ln>
        </p:spPr>
      </p:sp>
      <p:sp>
        <p:nvSpPr>
          <p:cNvPr id="10" name="Text 6"/>
          <p:cNvSpPr txBox="1"/>
          <p:nvPr/>
        </p:nvSpPr>
        <p:spPr>
          <a:xfrm>
            <a:off x="685800" y="2350008"/>
            <a:ext cx="2164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4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One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530093" y="2916936"/>
            <a:ext cx="475488" cy="475488"/>
          </a:xfrm>
          <a:prstGeom prst="ellipse">
            <a:avLst/>
          </a:prstGeom>
          <a:solidFill>
            <a:srgbClr val="4487B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530093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58952" y="3566160"/>
            <a:ext cx="20177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 description of what happens at this stage.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849874" y="2350008"/>
            <a:ext cx="2164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4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Two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694167" y="2916936"/>
            <a:ext cx="475488" cy="475488"/>
          </a:xfrm>
          <a:prstGeom prst="ellipse">
            <a:avLst/>
          </a:prstGeom>
          <a:solidFill>
            <a:srgbClr val="4487B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694167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923026" y="3566160"/>
            <a:ext cx="20177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 description of what happens at this stage.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013948" y="2350008"/>
            <a:ext cx="2164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4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Three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858241" y="2916936"/>
            <a:ext cx="475488" cy="475488"/>
          </a:xfrm>
          <a:prstGeom prst="ellipse">
            <a:avLst/>
          </a:prstGeom>
          <a:solidFill>
            <a:srgbClr val="4487B8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858241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087100" y="3566160"/>
            <a:ext cx="20177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 description of what happens at this stage.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178022" y="2350008"/>
            <a:ext cx="2164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4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Four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022315" y="2916936"/>
            <a:ext cx="475488" cy="475488"/>
          </a:xfrm>
          <a:prstGeom prst="ellipse">
            <a:avLst/>
          </a:prstGeom>
          <a:solidFill>
            <a:srgbClr val="4487B8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022315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7251174" y="3566160"/>
            <a:ext cx="20177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 description of what happens at this stage.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9342096" y="2350008"/>
            <a:ext cx="2164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4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Five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10186389" y="2916936"/>
            <a:ext cx="475488" cy="475488"/>
          </a:xfrm>
          <a:prstGeom prst="ellipse">
            <a:avLst/>
          </a:prstGeom>
          <a:solidFill>
            <a:srgbClr val="4487B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0186389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415248" y="3566160"/>
            <a:ext cx="20177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 description of what happens at this stage.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685800" y="5029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Caption line summarising what the five steps produce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66" y="433426"/>
            <a:ext cx="254203" cy="254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62618" y="437083"/>
            <a:ext cx="0" cy="252374"/>
          </a:xfrm>
          <a:prstGeom prst="line">
            <a:avLst/>
          </a:prstGeom>
          <a:noFill/>
          <a:ln w="9525">
            <a:solidFill>
              <a:srgbClr val="7C808B"/>
            </a:solidFill>
            <a:prstDash val="solid"/>
          </a:ln>
        </p:spPr>
      </p:sp>
      <p:pic>
        <p:nvPicPr>
          <p:cNvPr id="4" name="Image 1" descr="assets/m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198" y="433426"/>
            <a:ext cx="241402" cy="2414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MARATHON ASSET MANAGEMENT</a:t>
            </a:r>
            <a:endParaRPr lang="en-US" sz="920" dirty="0"/>
          </a:p>
        </p:txBody>
      </p:sp>
      <p:sp>
        <p:nvSpPr>
          <p:cNvPr id="6" name="Text 2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CORNELL CFEM CAPSTONE 2026</a:t>
            </a:r>
            <a:endParaRPr lang="en-US" sz="62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60" dirty="0">
                <a:solidFill>
                  <a:srgbClr val="1D243E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TWO EXHIBITS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85800" y="1874520"/>
            <a:ext cx="5120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1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Exhibit A ]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1874520"/>
            <a:ext cx="5120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1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Exhibit B ]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49194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Figure 8. 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Left exhibit caption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49194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Figure 9. 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Right exhibit caption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285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Takeaway that reads across both exhibits.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 takeaway, with the qualifying detail kept short.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6144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App. 1.A - Supporting Detail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66" y="433426"/>
            <a:ext cx="254203" cy="254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62618" y="437083"/>
            <a:ext cx="0" cy="252374"/>
          </a:xfrm>
          <a:prstGeom prst="line">
            <a:avLst/>
          </a:prstGeom>
          <a:noFill/>
          <a:ln w="9525">
            <a:solidFill>
              <a:srgbClr val="7C808B"/>
            </a:solidFill>
            <a:prstDash val="solid"/>
          </a:ln>
        </p:spPr>
      </p:sp>
      <p:pic>
        <p:nvPicPr>
          <p:cNvPr id="4" name="Image 1" descr="assets/m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198" y="433426"/>
            <a:ext cx="241402" cy="2414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MARATHON ASSET MANAGEMENT</a:t>
            </a:r>
            <a:endParaRPr lang="en-US" sz="920" dirty="0"/>
          </a:p>
        </p:txBody>
      </p:sp>
      <p:sp>
        <p:nvSpPr>
          <p:cNvPr id="6" name="Text 2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CORNELL CFEM CAPSTONE 2026</a:t>
            </a:r>
            <a:endParaRPr lang="en-US" sz="62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7000" b="1" kern="0" spc="100" dirty="0">
                <a:solidFill>
                  <a:srgbClr val="1D243E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SECTION NAME</a:t>
            </a:r>
            <a:endParaRPr lang="en-US" sz="7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5300" b="1" kern="0" spc="100" dirty="0">
                <a:solidFill>
                  <a:srgbClr val="A8C7D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QUALIFIER LINE</a:t>
            </a:r>
            <a:endParaRPr lang="en-US" sz="70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66" y="433426"/>
            <a:ext cx="254203" cy="254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62618" y="437083"/>
            <a:ext cx="0" cy="252374"/>
          </a:xfrm>
          <a:prstGeom prst="line">
            <a:avLst/>
          </a:prstGeom>
          <a:noFill/>
          <a:ln w="9525">
            <a:solidFill>
              <a:srgbClr val="7C808B"/>
            </a:solidFill>
            <a:prstDash val="solid"/>
          </a:ln>
        </p:spPr>
      </p:sp>
      <p:pic>
        <p:nvPicPr>
          <p:cNvPr id="4" name="Image 1" descr="assets/m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198" y="433426"/>
            <a:ext cx="241402" cy="2414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MARATHON ASSET MANAGEMENT</a:t>
            </a:r>
            <a:endParaRPr lang="en-US" sz="920" dirty="0"/>
          </a:p>
        </p:txBody>
      </p:sp>
      <p:sp>
        <p:nvSpPr>
          <p:cNvPr id="6" name="Text 2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CORNELL CFEM CAPSTONE 2026</a:t>
            </a:r>
            <a:endParaRPr lang="en-US" sz="62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kern="0" spc="60" dirty="0">
                <a:solidFill>
                  <a:srgbClr val="1D243E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78308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Conclusion Heading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statement that explains the result in one line.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 supporting statement.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 Conclusion Heading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statement that explains the result in one line.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Third Conclusion Heading</a:t>
            </a:r>
            <a:endParaRPr lang="en-US" sz="1400" dirty="0"/>
          </a:p>
          <a:p>
            <a:pPr marL="355600" lvl="1" indent="-1778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statement that explains the result in one line.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5257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Closing paragraph that states what the work establishes and what it enables next. Keep it to two or three lines so it sits comfortably above the page number.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4466" y="433426"/>
            <a:ext cx="254203" cy="254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62618" y="437083"/>
            <a:ext cx="0" cy="252374"/>
          </a:xfrm>
          <a:prstGeom prst="line">
            <a:avLst/>
          </a:prstGeom>
          <a:noFill/>
          <a:ln w="9525">
            <a:solidFill>
              <a:srgbClr val="7C808B"/>
            </a:solidFill>
            <a:prstDash val="solid"/>
          </a:ln>
        </p:spPr>
      </p:sp>
      <p:pic>
        <p:nvPicPr>
          <p:cNvPr id="4" name="Image 1" descr="assets/m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198" y="433426"/>
            <a:ext cx="241402" cy="2414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MARATHON ASSET MANAGEMENT</a:t>
            </a:r>
            <a:endParaRPr lang="en-US" sz="920" dirty="0"/>
          </a:p>
        </p:txBody>
      </p:sp>
      <p:sp>
        <p:nvSpPr>
          <p:cNvPr id="6" name="Text 2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CORNELL CFEM CAPSTONE 2026</a:t>
            </a:r>
            <a:endParaRPr lang="en-US" sz="620" dirty="0"/>
          </a:p>
        </p:txBody>
      </p:sp>
      <p:sp>
        <p:nvSpPr>
          <p:cNvPr id="7" name="Text 3"/>
          <p:cNvSpPr txBox="1"/>
          <p:nvPr/>
        </p:nvSpPr>
        <p:spPr>
          <a:xfrm>
            <a:off x="3291840" y="26517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kern="0" spc="100" dirty="0">
                <a:solidFill>
                  <a:srgbClr val="1D243E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THANK YOU</a:t>
            </a:r>
            <a:endParaRPr lang="en-US" sz="70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466" y="433426"/>
            <a:ext cx="254203" cy="2542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062618" y="437083"/>
            <a:ext cx="0" cy="252374"/>
          </a:xfrm>
          <a:prstGeom prst="line">
            <a:avLst/>
          </a:prstGeom>
          <a:noFill/>
          <a:ln w="9525">
            <a:solidFill>
              <a:srgbClr val="7C808B"/>
            </a:solidFill>
            <a:prstDash val="solid"/>
          </a:ln>
        </p:spPr>
      </p:sp>
      <p:pic>
        <p:nvPicPr>
          <p:cNvPr id="4" name="Image 1" descr="assets/m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198" y="433426"/>
            <a:ext cx="241402" cy="2414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MARATHON ASSET MANAGEMENT</a:t>
            </a:r>
            <a:endParaRPr lang="en-US" sz="920" dirty="0"/>
          </a:p>
        </p:txBody>
      </p:sp>
      <p:sp>
        <p:nvSpPr>
          <p:cNvPr id="6" name="Text 2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dirty="0">
                <a:solidFill>
                  <a:srgbClr val="40445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CORNELL CFEM CAPSTONE 2026</a:t>
            </a:r>
            <a:endParaRPr lang="en-US" sz="62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kern="0" spc="100" dirty="0">
                <a:solidFill>
                  <a:srgbClr val="1D243E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APPENDIX</a:t>
            </a:r>
            <a:endParaRPr lang="en-US" sz="70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144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Widescreen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DM Sans</vt:lpstr>
      <vt:lpstr>Saira</vt:lpstr>
      <vt:lpstr>Saira ExtraLight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IEEA_GC_Laptop_05</cp:lastModifiedBy>
  <cp:revision>2</cp:revision>
  <dcterms:created xsi:type="dcterms:W3CDTF">2026-09-02T01:49:34Z</dcterms:created>
  <dcterms:modified xsi:type="dcterms:W3CDTF">2026-09-07T14:39:57Z</dcterms:modified>
</cp:coreProperties>
</file>